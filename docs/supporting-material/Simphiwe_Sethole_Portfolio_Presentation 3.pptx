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9d65e7a164ed7" /><Relationship Type="http://schemas.openxmlformats.org/officeDocument/2006/relationships/extended-properties" Target="/docProps/app.xml" Id="R8440447ae9734225" /><Relationship Type="http://schemas.openxmlformats.org/officeDocument/2006/relationships/officeDocument" Target="/ppt/presentation.xml" Id="R96cb183fceff4e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f28a1ae3b4f7e"/>
  </p:sldMasterIdLst>
  <p:notesMasterIdLst>
    <p:notesMasterId xmlns:r="http://schemas.openxmlformats.org/officeDocument/2006/relationships" r:id="R056ab0f4601c4472"/>
  </p:notesMasterIdLst>
  <p:sldIdLst>
    <p:sldId xmlns:r="http://schemas.openxmlformats.org/officeDocument/2006/relationships" id="256" r:id="R23dbba71a1284ab0"/>
    <p:sldId xmlns:r="http://schemas.openxmlformats.org/officeDocument/2006/relationships" id="257" r:id="R48e4844845ca4e07"/>
    <p:sldId xmlns:r="http://schemas.openxmlformats.org/officeDocument/2006/relationships" id="258" r:id="Rf834dd66ed0a483a"/>
    <p:sldId xmlns:r="http://schemas.openxmlformats.org/officeDocument/2006/relationships" id="259" r:id="Rbbecaed4d4904f45"/>
    <p:sldId xmlns:r="http://schemas.openxmlformats.org/officeDocument/2006/relationships" id="260" r:id="R691a339ce5ab4b7e"/>
    <p:sldId xmlns:r="http://schemas.openxmlformats.org/officeDocument/2006/relationships" id="261" r:id="Rc6fbad683ea849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a28f6a0424ab8" /><Relationship Type="http://schemas.openxmlformats.org/officeDocument/2006/relationships/slideMaster" Target="/ppt/slideMasters/slideMaster1.xml" Id="R016f28a1ae3b4f7e" /><Relationship Type="http://schemas.openxmlformats.org/officeDocument/2006/relationships/notesMaster" Target="/ppt/notesMasters/notesMaster1.xml" Id="R056ab0f4601c4472" /><Relationship Type="http://schemas.openxmlformats.org/officeDocument/2006/relationships/presProps" Target="/ppt/presProps.xml" Id="R67bb9b7e80e14476" /><Relationship Type="http://schemas.openxmlformats.org/officeDocument/2006/relationships/tableStyles" Target="/ppt/tableStyles.xml" Id="R7ae5f7a3519c43e9" /><Relationship Type="http://schemas.openxmlformats.org/officeDocument/2006/relationships/slide" Target="/ppt/slides/slide1.xml" Id="R23dbba71a1284ab0" /><Relationship Type="http://schemas.openxmlformats.org/officeDocument/2006/relationships/slide" Target="/ppt/slides/slide2.xml" Id="R48e4844845ca4e07" /><Relationship Type="http://schemas.openxmlformats.org/officeDocument/2006/relationships/slide" Target="/ppt/slides/slide3.xml" Id="Rf834dd66ed0a483a" /><Relationship Type="http://schemas.openxmlformats.org/officeDocument/2006/relationships/slide" Target="/ppt/slides/slide4.xml" Id="Rbbecaed4d4904f45" /><Relationship Type="http://schemas.openxmlformats.org/officeDocument/2006/relationships/slide" Target="/ppt/slides/slide5.xml" Id="R691a339ce5ab4b7e" /><Relationship Type="http://schemas.openxmlformats.org/officeDocument/2006/relationships/slide" Target="/ppt/slides/slide6.xml" Id="Rc6fbad683ea8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8283a37f0842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d24666e9741e9" /><Relationship Type="http://schemas.openxmlformats.org/officeDocument/2006/relationships/notesMaster" Target="/ppt/notesMasters/notesMaster1.xml" Id="Rb94c53516c8d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a7ae259874608" /><Relationship Type="http://schemas.openxmlformats.org/officeDocument/2006/relationships/notesMaster" Target="/ppt/notesMasters/notesMaster1.xml" Id="R0046f53f39d941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909dc3cc0432e" /><Relationship Type="http://schemas.openxmlformats.org/officeDocument/2006/relationships/notesMaster" Target="/ppt/notesMasters/notesMaster1.xml" Id="R9705890253064f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dbce55c2cc4b6b" /><Relationship Type="http://schemas.openxmlformats.org/officeDocument/2006/relationships/notesMaster" Target="/ppt/notesMasters/notesMaster1.xml" Id="R7a4c94e1831a4d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f28e013f13468a" /><Relationship Type="http://schemas.openxmlformats.org/officeDocument/2006/relationships/notesMaster" Target="/ppt/notesMasters/notesMaster1.xml" Id="R5dc741f2cae04c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22b5af4934967" /><Relationship Type="http://schemas.openxmlformats.org/officeDocument/2006/relationships/notesMaster" Target="/ppt/notesMasters/notesMaster1.xml" Id="Rebda3f17c10143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47540e1c6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fed613b4240b9" /><Relationship Type="http://schemas.openxmlformats.org/officeDocument/2006/relationships/slideLayout" Target="/ppt/slideLayouts/slideLayout1.xml" Id="Rc7b3a055cb51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3a055cb51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4be66bfdb41b2" /><Relationship Type="http://schemas.openxmlformats.org/officeDocument/2006/relationships/notesSlide" Target="/ppt/notesSlides/notesSlide1.xml" Id="R36dbe6e0b78041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74e85104b47b2" /><Relationship Type="http://schemas.openxmlformats.org/officeDocument/2006/relationships/notesSlide" Target="/ppt/notesSlides/notesSlide2.xml" Id="R034cf29e5a10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fee358f70495b" /><Relationship Type="http://schemas.openxmlformats.org/officeDocument/2006/relationships/notesSlide" Target="/ppt/notesSlides/notesSlide3.xml" Id="R0f5601399d9546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ff9cefb864105" /><Relationship Type="http://schemas.openxmlformats.org/officeDocument/2006/relationships/notesSlide" Target="/ppt/notesSlides/notesSlide4.xml" Id="Re098fffd66aa45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0a24ddbfc48bb" /><Relationship Type="http://schemas.openxmlformats.org/officeDocument/2006/relationships/image" Target="/ppt/media/image.png" Id="R9ad3aef281f944db" /><Relationship Type="http://schemas.openxmlformats.org/officeDocument/2006/relationships/notesSlide" Target="/ppt/notesSlides/notesSlide5.xml" Id="R2ccca9f392494d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8c5aa1bb4061" /><Relationship Type="http://schemas.openxmlformats.org/officeDocument/2006/relationships/notesSlide" Target="/ppt/notesSlides/notesSlide6.xml" Id="R6c4a2d1a33794b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524C1-85E9-4469-9981-9397CAF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0A6E9-598B-4C18-9C3A-D7C4CC96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04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12BAC-8B1F-4338-A516-1483E4C4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238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0" b="1">
                <a:solidFill>
                  <a:srgbClr val="FFFFFF"/>
                </a:solidFill>
              </a:defRPr>
            </a:pPr>
            <a:r>
              <a:rPr sz="7500" b="1">
                <a:solidFill>
                  <a:srgbClr val="FFFFFF"/>
                </a:solidFill>
              </a:rPr>
              <a:t>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3D225-79AA-41F7-9590-14C0654A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FD3"/>
                </a:solidFill>
              </a:defRPr>
            </a:pPr>
            <a:r>
              <a:rPr sz="1050" b="1">
                <a:solidFill>
                  <a:srgbClr val="2F7FD3"/>
                </a:solidFill>
              </a:rPr>
              <a:t>PORTFOLIO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5F525-E35C-4D3C-9D0C-3B49365B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92640"/>
                </a:solidFill>
              </a:defRPr>
            </a:pPr>
            <a:r>
              <a:rPr sz="4800" b="1">
                <a:solidFill>
                  <a:srgbClr val="092640"/>
                </a:solidFill>
              </a:rPr>
              <a:t>Simphiwe</a:t>
            </a:r>
          </a:p>
          <a:p xmlns:a="http://schemas.openxmlformats.org/drawingml/2006/main">
            <a:pPr algn="l">
              <a:defRPr sz="4800" b="1">
                <a:solidFill>
                  <a:srgbClr val="092640"/>
                </a:solidFill>
              </a:defRPr>
            </a:pPr>
            <a:r>
              <a:rPr sz="4800" b="1">
                <a:solidFill>
                  <a:srgbClr val="092640"/>
                </a:solidFill>
              </a:rPr>
              <a:t>Sethole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50D79-90FF-476D-B9EF-31AFA09D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282"/>
                </a:solidFill>
              </a:defRPr>
            </a:pPr>
            <a:r>
              <a:rPr sz="1650" b="0">
                <a:solidFill>
                  <a:srgbClr val="637282"/>
                </a:solidFill>
              </a:rPr>
              <a:t>Aspiring Data Engineer · BCom Information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96D07-0630-4EF6-AF39-BF03AB78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A63"/>
                </a:solidFill>
              </a:defRPr>
            </a:pPr>
            <a:r>
              <a:rPr sz="1950" b="1">
                <a:solidFill>
                  <a:srgbClr val="123A63"/>
                </a:solidFill>
              </a:rPr>
              <a:t>Practical skills. Purposeful projects. Continuous growth.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BEBA6-E7E8-4925-B22F-6310E3BC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FD3"/>
                </a:solidFill>
              </a:defRPr>
            </a:pPr>
            <a:r>
              <a:rPr sz="1050" b="1">
                <a:solidFill>
                  <a:srgbClr val="2F7FD3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155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AC0A7-C984-4FA8-937D-0DE4885F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FD3"/>
                </a:solidFill>
              </a:defRPr>
            </a:pPr>
            <a:r>
              <a:rPr sz="975" b="1">
                <a:solidFill>
                  <a:srgbClr val="2F7FD3"/>
                </a:solidFill>
              </a:rPr>
              <a:t>01 /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615DB-153B-4CEF-86E1-44ED513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CE50-0EC0-48EB-B348-E947B9F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282"/>
                </a:solidFill>
              </a:defRPr>
            </a:pPr>
            <a:r>
              <a:rPr sz="825" b="1">
                <a:solidFill>
                  <a:srgbClr val="637282"/>
                </a:solidFill>
              </a:rPr>
              <a:t>SIMPHIWE SETHOLE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A81AB-8EEA-41A6-8BE0-10556EAD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92640"/>
                </a:solidFill>
              </a:defRPr>
            </a:pPr>
            <a:r>
              <a:rPr sz="3300" b="1">
                <a:solidFill>
                  <a:srgbClr val="092640"/>
                </a:solidFill>
              </a:rPr>
              <a:t>Building toward data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940CA-814A-4378-9E0A-9F22D5C6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282"/>
                </a:solidFill>
              </a:defRPr>
            </a:pPr>
            <a:r>
              <a:rPr sz="1500" b="0">
                <a:solidFill>
                  <a:srgbClr val="637282"/>
                </a:solidFill>
              </a:rPr>
              <a:t>A practical foundation in information systems, software and collaborative problem-solving.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CCD08-435D-4810-80E0-A366B6A1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640"/>
                </a:solidFill>
              </a:defRPr>
            </a:pPr>
            <a:r>
              <a:rPr sz="1800" b="1">
                <a:solidFill>
                  <a:srgbClr val="092640"/>
                </a:solidFill>
              </a:rPr>
              <a:t>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46A7F-479E-48B3-8F3F-B76A00D5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2"/>
                </a:solidFill>
              </a:defRPr>
            </a:pPr>
            <a:r>
              <a:rPr sz="1350" b="0">
                <a:solidFill>
                  <a:srgbClr val="637282"/>
                </a:solidFill>
              </a:rPr>
              <a:t>BCom Information Systems at the University of Johannesburg · Expected 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04227-24A0-47C7-8B38-83ED7B80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107CD-0965-4127-95AB-96EE0C20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640"/>
                </a:solidFill>
              </a:defRPr>
            </a:pPr>
            <a:r>
              <a:rPr sz="1800" b="1">
                <a:solidFill>
                  <a:srgbClr val="092640"/>
                </a:solidFill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16D6A-91D4-40F0-9D0E-E95BAFF5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2"/>
                </a:solidFill>
              </a:defRPr>
            </a:pPr>
            <a:r>
              <a:rPr sz="1350" b="0">
                <a:solidFill>
                  <a:srgbClr val="637282"/>
                </a:solidFill>
              </a:rPr>
              <a:t>Moving from coding fundamentals toward the systems that collect, organise and move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96199-8329-46C8-9B32-009DCEB7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76591-797F-4B9E-B654-91B77DE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640"/>
                </a:solidFill>
              </a:defRPr>
            </a:pPr>
            <a:r>
              <a:rPr sz="1800" b="1">
                <a:solidFill>
                  <a:srgbClr val="092640"/>
                </a:solidFill>
              </a:rPr>
              <a:t>Approach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13011-AE06-41BC-ADBA-159ED90A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2"/>
                </a:solidFill>
              </a:defRPr>
            </a:pPr>
            <a:r>
              <a:rPr sz="1350" b="0">
                <a:solidFill>
                  <a:srgbClr val="637282"/>
                </a:solidFill>
              </a:rPr>
              <a:t>Learn hands-on, contribute ideas and work constructively with others under time pressure.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AFF8E-46F1-4431-92C0-A2F3B4C5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2985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2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74B34-DE31-49DC-95F2-5B59D4F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7DB"/>
                </a:solidFill>
              </a:defRPr>
            </a:pPr>
            <a:r>
              <a:rPr sz="975" b="1">
                <a:solidFill>
                  <a:srgbClr val="AFC7DB"/>
                </a:solidFill>
              </a:rPr>
              <a:t>02 /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8E87E-1A21-4A59-A433-E74DE065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E5C2A-B416-499A-96D4-9A57F934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7DB"/>
                </a:solidFill>
              </a:defRPr>
            </a:pPr>
            <a:r>
              <a:rPr sz="825" b="1">
                <a:solidFill>
                  <a:srgbClr val="AFC7DB"/>
                </a:solidFill>
              </a:rPr>
              <a:t>SIMPHIWE SETHOLE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1F1D6-1C46-4A1B-ACCA-F20B117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 growing, practical toolkit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BC73E-635D-43F0-8DBD-7EE3583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ED0DE"/>
                </a:solidFill>
              </a:defRPr>
            </a:pPr>
            <a:r>
              <a:rPr sz="1500" b="0">
                <a:solidFill>
                  <a:srgbClr val="BED0DE"/>
                </a:solidFill>
              </a:rPr>
              <a:t>Technical capability supported by the habits that make teams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387BE-B701-475C-A918-CDF18BBA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B4EA"/>
                </a:solidFill>
              </a:defRPr>
            </a:pPr>
            <a:r>
              <a:rPr sz="1350" b="1">
                <a:solidFill>
                  <a:srgbClr val="79B4EA"/>
                </a:solidFill>
              </a:rPr>
              <a:t>TECHNICAL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AFAD1-E38D-4589-A448-2B4BD24E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HTML · CSS · JavaScript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SQL · C# foundations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Excel · Azure Data Fundamentals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Git &amp; GitHub · Atlassian Jira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4ECE9-C14A-4336-873B-AEDEBECC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B4EA"/>
                </a:solidFill>
              </a:defRPr>
            </a:pPr>
            <a:r>
              <a:rPr sz="1350" b="1">
                <a:solidFill>
                  <a:srgbClr val="79B4EA"/>
                </a:solidFill>
              </a:rPr>
              <a:t>WAYS OF 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E079A-1E3E-48B1-9C31-3D80B91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Problem-solving · Teamwork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Communication · Organisation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Time management · Adaptability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Idea development</a:t>
            </a:r>
          </a:p>
        </p:txBody>
      </p:sp>
    </p:spTree>
    <p:extLst>
      <p:ext uri="{BB962C8B-B14F-4D97-AF65-F5344CB8AC3E}">
        <p14:creationId xmlns:p14="http://schemas.microsoft.com/office/powerpoint/2010/main" val="598235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C4DBA-5D77-4173-9886-11F865E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FD3"/>
                </a:solidFill>
              </a:defRPr>
            </a:pPr>
            <a:r>
              <a:rPr sz="975" b="1">
                <a:solidFill>
                  <a:srgbClr val="2F7FD3"/>
                </a:solidFill>
              </a:rPr>
              <a:t>03 /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F318A-5BF5-445C-B1B5-8F9F33F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05CE4-F966-4119-BA5E-9817F04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282"/>
                </a:solidFill>
              </a:defRPr>
            </a:pPr>
            <a:r>
              <a:rPr sz="825" b="1">
                <a:solidFill>
                  <a:srgbClr val="637282"/>
                </a:solidFill>
              </a:rPr>
              <a:t>SIMPHIWE SETHOLE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B53A1-5E62-4A2C-8267-51F309C7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92640"/>
                </a:solidFill>
              </a:defRPr>
            </a:pPr>
            <a:r>
              <a:rPr sz="3300" b="1">
                <a:solidFill>
                  <a:srgbClr val="092640"/>
                </a:solidFill>
              </a:rPr>
              <a:t>Three projects show breadth and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B78A6-1A0C-4EF3-8E6E-433A85A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282"/>
                </a:solidFill>
              </a:defRPr>
            </a:pPr>
            <a:r>
              <a:rPr sz="1500" b="0">
                <a:solidFill>
                  <a:srgbClr val="637282"/>
                </a:solidFill>
              </a:rPr>
              <a:t>Product development, decision modelling and Agile delivery each provide evidence of practical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66920-0EC9-4405-A091-39C0244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33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316D1-1291-4A02-A12C-48D69CDC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FD3"/>
                </a:solidFill>
              </a:defRPr>
            </a:pPr>
            <a:r>
              <a:rPr sz="1050" b="1">
                <a:solidFill>
                  <a:srgbClr val="2F7FD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5D219-13B7-4CAD-884F-2C94899F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640"/>
                </a:solidFill>
              </a:defRPr>
            </a:pPr>
            <a:r>
              <a:rPr sz="1875" b="1">
                <a:solidFill>
                  <a:srgbClr val="092640"/>
                </a:solidFill>
              </a:rPr>
              <a:t>UJ Compass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01028-CE7B-4F6B-9171-9830D948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2"/>
                </a:solidFill>
              </a:defRPr>
            </a:pPr>
            <a:r>
              <a:rPr sz="1200" b="0">
                <a:solidFill>
                  <a:srgbClr val="637282"/>
                </a:solidFill>
              </a:rPr>
              <a:t>Responsive student-support prototype built by a four-person team in a two-hour hackathon sprint.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CDEDC-6FAB-43BE-A323-AFD7B9A5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3A63"/>
                </a:solidFill>
              </a:defRPr>
            </a:pPr>
            <a:r>
              <a:rPr sz="900" b="1">
                <a:solidFill>
                  <a:srgbClr val="123A63"/>
                </a:solidFill>
              </a:rPr>
              <a:t>HTML · CSS ·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B4989-AF18-4B88-8730-C134ACE3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333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A62E2-ADFC-455B-B0CE-3BAAC556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FD3"/>
                </a:solidFill>
              </a:defRPr>
            </a:pPr>
            <a:r>
              <a:rPr sz="1050" b="1">
                <a:solidFill>
                  <a:srgbClr val="2F7FD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0846F-61C1-4295-BB20-E2F40A0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640"/>
                </a:solidFill>
              </a:defRPr>
            </a:pPr>
            <a:r>
              <a:rPr sz="1875" b="1">
                <a:solidFill>
                  <a:srgbClr val="092640"/>
                </a:solidFill>
              </a:rPr>
              <a:t>Project Selection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4F80D-1D2C-4402-B358-E5B40020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24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2"/>
                </a:solidFill>
              </a:defRPr>
            </a:pPr>
            <a:r>
              <a:rPr sz="1200" b="0">
                <a:solidFill>
                  <a:srgbClr val="637282"/>
                </a:solidFill>
              </a:rPr>
              <a:t>Weighted Excel scoring model with automatic ranking, conditional formatting and a recommendation dashboard.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79164-2AFB-44D1-A591-2AF8340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3A63"/>
                </a:solidFill>
              </a:defRPr>
            </a:pPr>
            <a:r>
              <a:rPr sz="900" b="1">
                <a:solidFill>
                  <a:srgbClr val="123A63"/>
                </a:solidFill>
              </a:rPr>
              <a:t>Excel · Formulas · Visualisation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B8DF3-B277-4C18-97E7-04B0A65C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333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5F8B1-DDB2-4A5C-86FA-B677DFCB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FD3"/>
                </a:solidFill>
              </a:defRPr>
            </a:pPr>
            <a:r>
              <a:rPr sz="1050" b="1">
                <a:solidFill>
                  <a:srgbClr val="2F7FD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0F9AA-0440-4DF7-ABF0-FF82C0C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640"/>
                </a:solidFill>
              </a:defRPr>
            </a:pPr>
            <a:r>
              <a:rPr sz="1875" b="1">
                <a:solidFill>
                  <a:srgbClr val="092640"/>
                </a:solidFill>
              </a:rPr>
              <a:t>Community Food Rescue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86418-83AA-4716-B089-6CF7ABC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24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2"/>
                </a:solidFill>
              </a:defRPr>
            </a:pPr>
            <a:r>
              <a:rPr sz="1200" b="0">
                <a:solidFill>
                  <a:srgbClr val="637282"/>
                </a:solidFill>
              </a:rPr>
              <a:t>Jira-managed Agile workflow covering user stories, priorities, responsibilities and sprint progress.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5EBA4-3B05-4BBC-9980-DAE87B1A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0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3A63"/>
                </a:solidFill>
              </a:defRPr>
            </a:pPr>
            <a:r>
              <a:rPr sz="900" b="1">
                <a:solidFill>
                  <a:srgbClr val="123A63"/>
                </a:solidFill>
              </a:rPr>
              <a:t>Jira · Agile/Scrum · Workflow</a:t>
            </a:r>
          </a:p>
        </p:txBody>
      </p:sp>
    </p:spTree>
    <p:extLst>
      <p:ext uri="{BB962C8B-B14F-4D97-AF65-F5344CB8AC3E}">
        <p14:creationId xmlns:p14="http://schemas.microsoft.com/office/powerpoint/2010/main" val="553161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602D2-C0D2-4936-9E3E-67B010B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FD3"/>
                </a:solidFill>
              </a:defRPr>
            </a:pPr>
            <a:r>
              <a:rPr sz="975" b="1">
                <a:solidFill>
                  <a:srgbClr val="2F7FD3"/>
                </a:solidFill>
              </a:rPr>
              <a:t>04 / JIRA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910BE-B549-4375-A670-DA0642E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5B6CD-F7BD-46E6-99C5-77BC1EC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282"/>
                </a:solidFill>
              </a:defRPr>
            </a:pPr>
            <a:r>
              <a:rPr sz="825" b="1">
                <a:solidFill>
                  <a:srgbClr val="637282"/>
                </a:solidFill>
              </a:rPr>
              <a:t>SIMPHIWE SETHOLE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E0F07-D4FC-4BC3-AD87-5553513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92640"/>
                </a:solidFill>
              </a:defRPr>
            </a:pPr>
            <a:r>
              <a:rPr sz="3300" b="1">
                <a:solidFill>
                  <a:srgbClr val="092640"/>
                </a:solidFill>
              </a:rPr>
              <a:t>Agile work was managed through a visible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EE71C-1350-434B-A399-3CAE68D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282"/>
                </a:solidFill>
              </a:defRPr>
            </a:pPr>
            <a:r>
              <a:rPr sz="1500" b="0">
                <a:solidFill>
                  <a:srgbClr val="637282"/>
                </a:solidFill>
              </a:rPr>
              <a:t>The board demonstrates prioritisation, task ownership and progress across To Do, In Progress, In Review and Done.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3aef281f944db"/>
          <a:stretch xmlns:a="http://schemas.openxmlformats.org/drawingml/2006/main"/>
        </p:blipFill>
        <p:spPr>
          <a:xfrm xmlns:a="http://schemas.openxmlformats.org/drawingml/2006/main">
            <a:off x="2759057" y="3028950"/>
            <a:ext cx="6673887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00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A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C390C-39D8-4216-BB78-80AE4462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7DB"/>
                </a:solidFill>
              </a:defRPr>
            </a:pPr>
            <a:r>
              <a:rPr sz="975" b="1">
                <a:solidFill>
                  <a:srgbClr val="AFC7DB"/>
                </a:solidFill>
              </a:rPr>
              <a:t>05 /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95598-F85C-4C5C-8043-A7C8ACEC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5D7D5-0E97-44D1-9798-15C112BD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7DB"/>
                </a:solidFill>
              </a:defRPr>
            </a:pPr>
            <a:r>
              <a:rPr sz="825" b="1">
                <a:solidFill>
                  <a:srgbClr val="AFC7DB"/>
                </a:solidFill>
              </a:rPr>
              <a:t>SIMPHIWE SETHOLE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0E4CC-5BC9-41AC-ACE9-DC00D2E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Ready to learn, contribute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and keep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BC546-2AB9-42C3-A34C-1B9CF2E5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5F0"/>
                </a:solidFill>
              </a:defRPr>
            </a:pPr>
            <a:r>
              <a:rPr sz="1725" b="0">
                <a:solidFill>
                  <a:srgbClr val="D7E5F0"/>
                </a:solidFill>
              </a:rPr>
              <a:t>I am seeking internships and early-career opportunities where I can apply my information-systems foundation, deepen my data skills and contribute to useful technology.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F0A72-69A5-4E9A-85C3-9BE60009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simphiwesethole4@gmail.com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2ECDD-CD61-4F1A-9C6A-1A034440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github.com/Simphiwe0510IS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D7150-2DCD-4C52-B606-C202F271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linkedin.com/in/simphiwe-sethole-292427427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2B66-5CC5-4C7F-AFF5-03ADB03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0"/>
                </a:solidFill>
              </a:defRPr>
            </a:pPr>
            <a:r>
              <a:rPr sz="1350" b="0">
                <a:solidFill>
                  <a:srgbClr val="D7E5F0"/>
                </a:solidFill>
              </a:rPr>
              <a:t>Johannesburg, South Africa</a:t>
            </a:r>
          </a:p>
        </p:txBody>
      </p:sp>
    </p:spTree>
    <p:extLst>
      <p:ext uri="{BB962C8B-B14F-4D97-AF65-F5344CB8AC3E}">
        <p14:creationId xmlns:p14="http://schemas.microsoft.com/office/powerpoint/2010/main" val="2146732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2026-08-25T13:01:55.9480000Z</dcterms:created>
  <dcterms:modified xsi:type="dcterms:W3CDTF">2026-08-25T13:01:55.9490000Z</dcterms:modified>
</coreProperties>
</file>